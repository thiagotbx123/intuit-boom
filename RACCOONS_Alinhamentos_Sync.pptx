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SYNC RACCOONS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169E1"/>
                </a:solidFill>
              </a:defRPr>
            </a:pPr>
            <a:r>
              <a:t>Alinhamentos &amp; Proximos Passos | 02 Jan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Alinhamentos com Thais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56032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234440"/>
            <a:ext cx="457200" cy="457200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Review Data 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Demandas com geracao de dados, IA ou mudanca em dataset passam por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463040"/>
            <a:ext cx="256032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1234440"/>
            <a:ext cx="457200" cy="457200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Visibilidade Thais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Criterio de demanda na daily dos TSAs para filtrar Data Gen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463040"/>
            <a:ext cx="256032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0" y="1234440"/>
            <a:ext cx="457200" cy="457200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Criterios Formais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Thais vai formalizar o que entra como 'geracao de dados'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23360"/>
            <a:ext cx="256032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3794760"/>
            <a:ext cx="457200" cy="457200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840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Prazos Integrados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377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Envolver Thais na definicao de prazos de SOWs e entregas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023360"/>
            <a:ext cx="256032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800" y="3794760"/>
            <a:ext cx="457200" cy="457200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3840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389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Todas as Areas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377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TSAs consideram datas de TODAS areas que contribuem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4023360"/>
            <a:ext cx="256032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0" y="3794760"/>
            <a:ext cx="457200" cy="457200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840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389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Licoes Aprendidas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9377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Feedbacks periodicos - Top 10 erros para melhoria continua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Novas Iniciativas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56032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234440"/>
            <a:ext cx="457200" cy="457200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Prompting TSAs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Refinamento do treinamento de prompting para o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463040"/>
            <a:ext cx="256032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1234440"/>
            <a:ext cx="457200" cy="457200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Consultoria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Nova categoria: consultoria em projetos internos (Cortex/SpineHUB)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463040"/>
            <a:ext cx="2560320" cy="21945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0" y="1234440"/>
            <a:ext cx="457200" cy="457200"/>
          </a:xfrm>
          <a:prstGeom prst="ellipse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SYNC Periodico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Periodicidade definida + script padrao de 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Proximos Passos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4206240" cy="777240"/>
          </a:xfrm>
          <a:prstGeom prst="roundRect">
            <a:avLst/>
          </a:prstGeom>
          <a:solidFill>
            <a:srgbClr val="D4EDDA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08760"/>
            <a:ext cx="27432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Criar criterio Data Gen na daily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508760"/>
            <a:ext cx="82296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36192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Thiago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80160"/>
            <a:ext cx="4206240" cy="7772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508760"/>
            <a:ext cx="27432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Formalizar criterios 'geracao dados'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822960" cy="320040"/>
          </a:xfrm>
          <a:prstGeom prst="round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36192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Thais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194560"/>
            <a:ext cx="4206240" cy="777240"/>
          </a:xfrm>
          <a:prstGeom prst="roundRect">
            <a:avLst/>
          </a:prstGeom>
          <a:solidFill>
            <a:srgbClr val="D4EDDA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2423160"/>
            <a:ext cx="27432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31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Definir quando review obrigatorio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423160"/>
            <a:ext cx="82296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450592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Thais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194560"/>
            <a:ext cx="4206240" cy="7772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46320" y="2423160"/>
            <a:ext cx="27432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331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Incluir projetos no daily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423160"/>
            <a:ext cx="822960" cy="320040"/>
          </a:xfrm>
          <a:prstGeom prst="round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450592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Thiago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108960"/>
            <a:ext cx="4206240" cy="777240"/>
          </a:xfrm>
          <a:prstGeom prst="roundRect">
            <a:avLst/>
          </a:prstGeom>
          <a:solidFill>
            <a:srgbClr val="D4EDDA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" y="3337560"/>
            <a:ext cx="27432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46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Alinhar consultoria prompts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337560"/>
            <a:ext cx="82296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364992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Thais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3108960"/>
            <a:ext cx="4206240" cy="7772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46320" y="3337560"/>
            <a:ext cx="27432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3246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Cascatear alinhamentos TSAs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337560"/>
            <a:ext cx="822960" cy="320040"/>
          </a:xfrm>
          <a:prstGeom prst="round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3364992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Thiago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