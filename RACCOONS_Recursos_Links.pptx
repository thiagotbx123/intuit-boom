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testbox/issue/RAC-16/worklog-251217-tsa-thiago-rodrigues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drive.google.com/drive/folders/1j29MjAzZzKGySd7IBRauqkHKlUU-CaB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oogle.com/spreadsheets/d/1SocOzWQAUWpv3BH5OkEdKRp-SSs6k-Cp/edit?gid=276597511#gid=276597511" TargetMode="External"/><Relationship Id="rId5" Type="http://schemas.openxmlformats.org/officeDocument/2006/relationships/hyperlink" Target="https://docs.google.com/spreadsheets/d/1hWB5mz0upnRJtSxM9Qp4iYn-v2V-Z584r35wSD60XD0/edit?gid=304700225#gid=304700225" TargetMode="External"/><Relationship Id="rId4" Type="http://schemas.openxmlformats.org/officeDocument/2006/relationships/hyperlink" Target="https://coda.io/d/Solutions-Central_djfymaxsTtA/Client-Overview_suQxM0kT#_lue-8nK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RACCOONS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169E1"/>
                </a:solidFill>
              </a:defRPr>
            </a:pPr>
            <a:r>
              <a:t>Recursos e Links Centrais</a:t>
            </a:r>
          </a:p>
        </p:txBody>
      </p:sp>
      <p:pic>
        <p:nvPicPr>
          <p:cNvPr id="1026" name="Picture 2" descr="The origin story of raccoon">
            <a:extLst>
              <a:ext uri="{FF2B5EF4-FFF2-40B4-BE49-F238E27FC236}">
                <a16:creationId xmlns:a16="http://schemas.microsoft.com/office/drawing/2014/main" id="{BC2FCC00-9AAF-C222-AF8F-377CDA4BE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514022"/>
            <a:ext cx="19431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5023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pt-BR" dirty="0"/>
              <a:t>Backlog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4114800" cy="16459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4114800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69E1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Hub central de gestao do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u="sng">
                <a:solidFill>
                  <a:srgbClr val="4169E1"/>
                </a:solidFill>
                <a:hlinkClick r:id="rId2"/>
              </a:rPr>
              <a:t>Abrir 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80160"/>
            <a:ext cx="4114800" cy="164592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411480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A745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5087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Work Log (Linear)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Registro de atividades - RAC-16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14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u="sng">
                <a:solidFill>
                  <a:srgbClr val="28A745"/>
                </a:solidFill>
                <a:hlinkClick r:id="rId3"/>
              </a:rPr>
              <a:t>Abrir &gt;&gt;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08960"/>
            <a:ext cx="4114800" cy="1645920"/>
          </a:xfrm>
          <a:prstGeom prst="roundRect">
            <a:avLst/>
          </a:prstGeom>
          <a:solidFill>
            <a:srgbClr val="FFECD9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4114800" cy="7315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D7E14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Client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Visao consolidada de clientes (Coda)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434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u="sng">
                <a:solidFill>
                  <a:srgbClr val="FD7E14"/>
                </a:solidFill>
                <a:hlinkClick r:id="rId4"/>
              </a:rPr>
              <a:t>Abrir &gt;&gt;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108960"/>
            <a:ext cx="4114800" cy="1645920"/>
          </a:xfrm>
          <a:prstGeom prst="roundRect">
            <a:avLst/>
          </a:prstGeom>
          <a:solidFill>
            <a:srgbClr val="E9D5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80" y="3108960"/>
            <a:ext cx="4114800" cy="73152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42C1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3375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Planilha Ferias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794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Controle de ausencias do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434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u="sng">
                <a:solidFill>
                  <a:srgbClr val="6F42C1"/>
                </a:solidFill>
                <a:hlinkClick r:id="rId5"/>
              </a:rPr>
              <a:t>Abrir &gt;&gt;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937760"/>
            <a:ext cx="411480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4937760"/>
            <a:ext cx="4114800" cy="73152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C757D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Job 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Descricoes de cargo e competencias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722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u="sng">
                <a:solidFill>
                  <a:srgbClr val="6C757D"/>
                </a:solidFill>
                <a:hlinkClick r:id="rId6"/>
              </a:rPr>
              <a:t>Abrir &gt;&gt;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4937760"/>
            <a:ext cx="4114800" cy="16459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4937760"/>
            <a:ext cx="4114800" cy="7315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169E1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166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Daily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5623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Consolidacao e padrao de preenchimento</a:t>
            </a:r>
          </a:p>
        </p:txBody>
      </p:sp>
      <p:pic>
        <p:nvPicPr>
          <p:cNvPr id="2050" name="Picture 2" descr="Cute Racoon Meme Poster">
            <a:extLst>
              <a:ext uri="{FF2B5EF4-FFF2-40B4-BE49-F238E27FC236}">
                <a16:creationId xmlns:a16="http://schemas.microsoft.com/office/drawing/2014/main" id="{FF4BA97A-F686-20EB-4A97-E16A32A86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796" y="-94422"/>
            <a:ext cx="805204" cy="79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</Words>
  <Application>Microsoft Office PowerPoint</Application>
  <PresentationFormat>Apresentação na tela (4:3)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Thiago Rodrigues</cp:lastModifiedBy>
  <cp:revision>2</cp:revision>
  <dcterms:created xsi:type="dcterms:W3CDTF">2013-01-27T09:14:16Z</dcterms:created>
  <dcterms:modified xsi:type="dcterms:W3CDTF">2026-01-05T18:33:31Z</dcterms:modified>
  <cp:category/>
</cp:coreProperties>
</file>